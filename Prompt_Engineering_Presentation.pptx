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709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Letter &amp; Cold Email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Tailor Bot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Chatbot Solving a Real Job-Search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Ahmad Ali Shah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Real-World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 just answer questions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5564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instead solves a specific, recurring task: writing a tailored cover letter or cold email for a real job posting.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743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cover letters are slow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312724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 applying to dozens of roles (like an active job search) can't hand-write a tailored letter for every posting.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41148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templates get ignored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49884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can spot a copy-pasted template instantly — tailoring to the actual job post matters.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Bot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0116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job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51760" y="25146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971800" y="20116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E4ECFB"/>
          </a:solidFill>
          <a:ln/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71800" y="20116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/ background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83480" y="25146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303520" y="20116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0" y="20116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Cold Email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Cover Letter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25146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35240" y="20116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E4ECFB"/>
          </a:solidFill>
          <a:ln/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35240" y="20116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tailored draft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46920" y="25146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761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966960" y="20116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/>
          <a:effectLst>
            <a:outerShdw blurRad="508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966960" y="20116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via chat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("make it shorter")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Streamlit (UI) · Gemini 2.5 Flash API (generation) · Python session_state (conversation history)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Conversation history for follow-up refinements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394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error &amp; rate-limit handling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58521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Deployed live on Streamlit Community Cloud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Engineering: Why It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job description and the same CV, run through 4 different prompts, produce noticeably different letters — in tone, length, specificity, and how closely they follow instructions.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variants tested: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3383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Baseline — simple, direct instruction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Tone + explicit length constraint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Rigid numbered structure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5029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Persona-based ("you are a senior recruiter")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1: Baseline Prompt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F3F5F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professional, concise Cover Letter tailored specifically to this job description, highlighting the most relevant parts of the candidate's background. Keep it natural, not generic."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881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a solid, correct, formal letter — but opened with a generic phrase ("I am writing to express my enthusiastic interest") that shows up in most AI-written letters. No explicit constraints means the model defaults to safe, standard structure.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2: Tone + Length Constraint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F3F5F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in a warm, confident tone. Limit to 200 words. Focus on 2 specific achievements. Avoid generic phrases like 'I am excited to apply.'"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881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disciplined result — hit the word limit, used exactly 2 achievements, and avoided every banned phrase. Explicit negative constraints (what NOT to say) were just as effective as positive instructions.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3: Structure-Driven Prompt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F3F5F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with this exact structure: (1) a hook line, (2) one paragraph connecting 2 skills to the role, (3) a closing call to action. Under 180 words."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881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weakest instruction-following of the four. The model treated the numbered structure as a loose guide rather than a literal template, producing a natural letter instead of a rigidly formatted one. Lesson: rigid formatting needs stronger imperative language or a follow-up correction turn.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4: Persona-Based Prompt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F3F5F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senior technical recruiter who has read thousands of cover letters. Write one that would make YOU want to schedule an interview. Be specific, avoid buzzwords, sound human."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881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richest and most specific output — the model pulled in extra concrete details (LeetCode count, PUCONE, specific dashboard features) unprompted, reasoning "as a recruiter" about what evidence would actually be convincing. Longest letter, but least generic.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822960"/>
          </a:xfrm>
          <a:prstGeom prst="rect">
            <a:avLst/>
          </a:prstGeom>
          <a:solidFill>
            <a:srgbClr val="1E2761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08960" y="1371600"/>
            <a:ext cx="4206240" cy="822960"/>
          </a:xfrm>
          <a:prstGeom prst="rect">
            <a:avLst/>
          </a:prstGeom>
          <a:solidFill>
            <a:srgbClr val="1E2761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13716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1371600"/>
            <a:ext cx="4114800" cy="822960"/>
          </a:xfrm>
          <a:prstGeom prst="rect">
            <a:avLst/>
          </a:prstGeom>
          <a:solidFill>
            <a:srgbClr val="1E2761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0" y="1371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560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Baseline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2194560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1945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Correct, safe, on-topic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0" y="219456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1945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opening phrases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2560320" cy="822960"/>
          </a:xfrm>
          <a:prstGeom prst="rect">
            <a:avLst/>
          </a:prstGeom>
          <a:solidFill>
            <a:srgbClr val="F3F5FC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Tone + Length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08960" y="3017520"/>
            <a:ext cx="4206240" cy="822960"/>
          </a:xfrm>
          <a:prstGeom prst="rect">
            <a:avLst/>
          </a:prstGeom>
          <a:solidFill>
            <a:srgbClr val="F3F5FC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0175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Concise, obeys constraints exactly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3017520"/>
            <a:ext cx="4114800" cy="822960"/>
          </a:xfrm>
          <a:prstGeom prst="rect">
            <a:avLst/>
          </a:prstGeom>
          <a:solidFill>
            <a:srgbClr val="F3F5FC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017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some detail due to word cap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2560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8404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Structure-driven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108960" y="3840480"/>
            <a:ext cx="4206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840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a clear flow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0" y="384048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38404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rigid numbered format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2560320" cy="822960"/>
          </a:xfrm>
          <a:prstGeom prst="rect">
            <a:avLst/>
          </a:prstGeom>
          <a:solidFill>
            <a:srgbClr val="F3F5FC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634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Persona-based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08960" y="4663440"/>
            <a:ext cx="4206240" cy="822960"/>
          </a:xfrm>
          <a:prstGeom prst="rect">
            <a:avLst/>
          </a:prstGeom>
          <a:solidFill>
            <a:srgbClr val="F3F5FC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46634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specific &amp; human-sounding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0" y="4663440"/>
            <a:ext cx="4114800" cy="822960"/>
          </a:xfrm>
          <a:prstGeom prst="rect">
            <a:avLst/>
          </a:prstGeom>
          <a:solidFill>
            <a:srgbClr val="F3F5FC"/>
          </a:solidFill>
          <a:ln w="6350">
            <a:solidFill>
              <a:srgbClr val="D8D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46634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output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persona-based prompt produced the most tailored, human-sounding letters. The tone + length constrained prompt was the most reliable at following explicit rules. The best real-world prompt combines both: a recruiter persona plus a hard word limit and banned-phrase list.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721</Words>
  <Application>Microsoft Office PowerPoint</Application>
  <PresentationFormat>Widescreen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Letter &amp; Cold Email Tailor Bot</dc:title>
  <dc:subject>PptxGenJS Presentation</dc:subject>
  <dc:creator>Syed Ahmad Ali Shah</dc:creator>
  <cp:lastModifiedBy>Syed Ahmad Ali Shah</cp:lastModifiedBy>
  <cp:revision>2</cp:revision>
  <dcterms:created xsi:type="dcterms:W3CDTF">2026-07-06T10:41:08Z</dcterms:created>
  <dcterms:modified xsi:type="dcterms:W3CDTF">2026-07-06T10:49:58Z</dcterms:modified>
</cp:coreProperties>
</file>